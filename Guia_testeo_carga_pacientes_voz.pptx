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9E93"/>
                </a:solidFill>
                <a:latin typeface="Calibri"/>
              </a:rPr>
              <a:t>PEDICONSULT · GUÍA DE TESTEO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6202B"/>
                </a:solidFill>
                <a:latin typeface="Calibri"/>
              </a:rPr>
              <a:t>Carga de pacientes por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B7C"/>
                </a:solidFill>
                <a:latin typeface="Calibri"/>
              </a:rPr>
              <a:t>Siete pruebas cortas para validar cómo anda la carga de pacientes hablando.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2B"/>
                </a:solidFill>
                <a:latin typeface="Calibri"/>
              </a:rPr>
              <a:t>Antes de arrancar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6202B"/>
                </a:solidFill>
                <a:latin typeface="Calibri"/>
              </a:rPr>
              <a:t>•  Usá un paciente de prueba (ej. "Test Testeo"), no uno real.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6202B"/>
                </a:solidFill>
                <a:latin typeface="Calibri"/>
              </a:rPr>
              <a:t>•  Probá con el celular que usás a diario — Android e iPhone se comportan distinto.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6202B"/>
                </a:solidFill>
                <a:latin typeface="Calibri"/>
              </a:rPr>
              <a:t>•  Hablá a un volumen normal, sin gritar ni susurrar.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01  </a:t>
            </a:r>
            <a:r>
              <a:rPr sz="2600" b="1">
                <a:solidFill>
                  <a:srgbClr val="16202B"/>
                </a:solidFill>
                <a:latin typeface="Calibri"/>
              </a:rPr>
              <a:t>Decir todos los datos seguidos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Tocá "🎤 Decir los datos, uno seguido del otro" y decí de corrido: nombre, edad, DNI, obra social y teléfono de un paciente inventado. Terminá diciendo "listo".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al terminar, la mayoría de los datos aparecen en chips verdes.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02  </a:t>
            </a:r>
            <a:r>
              <a:rPr sz="2600" b="1">
                <a:solidFill>
                  <a:srgbClr val="16202B"/>
                </a:solidFill>
                <a:latin typeface="Calibri"/>
              </a:rPr>
              <a:t>Redictar un solo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Con el resumen de chips en pantalla, tocá el 🎤 de un chip ya cargado (ej. el nombre) y decí un valor distinto.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se actualiza sólo ese campo, el resto no se pierde ni se repite.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03  </a:t>
            </a:r>
            <a:r>
              <a:rPr sz="2600" b="1">
                <a:solidFill>
                  <a:srgbClr val="16202B"/>
                </a:solidFill>
                <a:latin typeface="Calibri"/>
              </a:rPr>
              <a:t>Decir mal un email a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Decí "correo electrónico esto no es un email" (sin arroba ni punto).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aparece un aviso amarillo diciendo que se escuchó algo pero no se entendió, con opción de redictarlo.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04  </a:t>
            </a:r>
            <a:r>
              <a:rPr sz="2600" b="1">
                <a:solidFill>
                  <a:srgbClr val="16202B"/>
                </a:solidFill>
                <a:latin typeface="Calibri"/>
              </a:rPr>
              <a:t>Dejar que confirme solo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Iniciá el dictado guiado. Respondé un par de preguntas y, cuando la app repita lo que entendió, no digas nada.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después de una pausa breve, sigue sola al siguiente campo sin que hagas nada.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05  </a:t>
            </a:r>
            <a:r>
              <a:rPr sz="2600" b="1">
                <a:solidFill>
                  <a:srgbClr val="16202B"/>
                </a:solidFill>
                <a:latin typeface="Calibri"/>
              </a:rPr>
              <a:t>Corregir un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Cuando la app repita un valor mal entendido, hablá (decí cualquier cosa) durante esos segundos, o tocá 🔁 Corregir.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vuelve a preguntar ese mismo campo, sin saltar al siguiente.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06  </a:t>
            </a:r>
            <a:r>
              <a:rPr sz="2600" b="1">
                <a:solidFill>
                  <a:srgbClr val="16202B"/>
                </a:solidFill>
                <a:latin typeface="Calibri"/>
              </a:rPr>
              <a:t>Elegir qué campos preguntar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Tocá "⚙ Elegir campos", dejá tildados sólo DNI, Fecha de nacimiento y Sexo, y arrancá el guiado.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sólo pregunta esos tres campos, no los doce.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881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E93"/>
                </a:solidFill>
                <a:latin typeface="Calibri"/>
              </a:rPr>
              <a:t>DICTADO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B6B7C"/>
                </a:solidFill>
                <a:latin typeface="Consolas"/>
              </a:rPr>
              <a:t>07  </a:t>
            </a:r>
            <a:r>
              <a:rPr sz="2600" b="1">
                <a:solidFill>
                  <a:srgbClr val="16202B"/>
                </a:solidFill>
                <a:latin typeface="Calibri"/>
              </a:rPr>
              <a:t>Diagnóstico largo, con una pausa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6202B"/>
                </a:solidFill>
                <a:latin typeface="Calibri"/>
              </a:rPr>
              <a:t>En el campo de Diagnóstico o Antecedentes, empezá a dictar una frase, hacé una pausa de 1-2 segundos para pensar a mitad de camino, y seguí dictando el resto.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30000" cy="128016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Calibri"/>
              </a:rPr>
              <a:t>Se espera: no se corta en la pausa — espera a que termines toda la frase.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